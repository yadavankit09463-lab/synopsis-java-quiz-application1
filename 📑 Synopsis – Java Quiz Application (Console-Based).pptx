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27E4B-8823-36EF-94BB-B529AB480D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4735F6-EFF0-F61F-2635-E887A1F918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446B3-9E89-BEDA-1E12-67C475547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A2661-48FE-4035-89B3-D0D39FAA7001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DEC5EC-0150-EC3C-2F92-37D9F6C52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0935F-C60F-8D5B-A555-BDF32D13E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6DBD3-A410-4860-8F17-D58D02650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98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EF13D-1074-8D31-4BB6-1FC9E1CF6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1D204-AF56-9005-3B2D-1A6A5CDC5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419FC-424B-D138-DFF1-9D1024676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A2661-48FE-4035-89B3-D0D39FAA7001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EC913-43D3-3722-3A7C-C261D8BC1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1C0893-850D-64C0-F66F-F68229CAB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6DBD3-A410-4860-8F17-D58D02650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829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64D4A-E8FD-7B66-DF4B-1AD56B195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269D29-F8E7-02C8-84E7-8676F571D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C94DAE-DFE7-0EF8-DB9A-ABBA11639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A2661-48FE-4035-89B3-D0D39FAA7001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24D69-BB25-4741-16CF-05BF34C57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CB2F9-521E-496C-CE1E-CF3A8A04A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6DBD3-A410-4860-8F17-D58D02650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2718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5C22-E1B0-EF21-9B9B-19EC47767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504DB-F683-B86D-98B6-ADD20C4E38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6EACE8-E9E7-C4CC-5087-A6F179016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9CB3AB-78FB-A3C5-C81A-7A507EE80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A2661-48FE-4035-89B3-D0D39FAA7001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FB336D-2FF0-5A0E-2676-299BD7621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EBD031-FAF7-5FC5-77C2-4F4A67F30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6DBD3-A410-4860-8F17-D58D02650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980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CF9D4-A7E7-341E-4D03-407FD81CD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F35871-3B0E-432A-A6E2-1C570D25C6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F151C0-4AC7-1C91-C63C-D7E73B3FA6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AA9A81-FA03-1D6E-B9AF-C8D2D0BC38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12806A-A1BE-C0AE-AD43-BD22680359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75C19E-55EA-7452-E64A-C344F1E7B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A2661-48FE-4035-89B3-D0D39FAA7001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FB84BE-2BB4-A394-6843-044EBF4FC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BBD385-C5EE-5508-6022-BB8F375F6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6DBD3-A410-4860-8F17-D58D02650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7857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EA28C-3EA1-6B98-6284-9177C7D7E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A8DB24-98CB-EBA8-3A2C-A5EB18FE4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A2661-48FE-4035-89B3-D0D39FAA7001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ACDC63-A169-B197-25A4-695772E1E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C0C4C0-D3C4-25D3-3574-6401162FA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6DBD3-A410-4860-8F17-D58D02650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0969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E4DAE3-52E9-1CEA-7447-AC740E8BB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A2661-48FE-4035-89B3-D0D39FAA7001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8D778C-6B2E-1559-C032-CC4B1DEAA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F6B3F4-0717-B974-E874-52EA1568E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6DBD3-A410-4860-8F17-D58D02650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379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1EBCE-2CE8-9027-05C0-D90B3AB4A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BA1A5-B1A5-8CFE-517D-62CC06260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954847-68D1-ACF9-49B6-917FEBB4FA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FC6FD4-726A-FB49-1D4A-4412DC8E6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A2661-48FE-4035-89B3-D0D39FAA7001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626BCF-BCD8-A766-CDF2-46F2D234C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660481-E007-3AEF-E950-614246DDE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6DBD3-A410-4860-8F17-D58D02650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2021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B155C-4426-E1BF-BC31-9B5353776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95D9B9-2A8A-50EF-043A-67DF0DB3533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2E69AE-165B-C1DE-01A4-3898DFF980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02924F-CCCE-19EB-25E1-7D3205219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A2661-48FE-4035-89B3-D0D39FAA7001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40F7E1-34BE-6C8E-67DA-387E94D53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0F0594-C272-FA57-1C37-40893C058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6DBD3-A410-4860-8F17-D58D02650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094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53D52-053A-015B-4115-755565BB4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117C63-4B90-CE00-0248-D461CE6196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826BC-C331-39AD-8D23-C6B46CB56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A2661-48FE-4035-89B3-D0D39FAA7001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E997D-5551-4977-E651-E1227542F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9937DD-A6F7-7B9F-4AAB-952CE6E65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6DBD3-A410-4860-8F17-D58D02650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9572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BC5475-E159-E101-C3D4-D1A140F95C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EBBE6F-0CAB-90BA-1E36-07A074C462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06E10-0F55-9AEA-F26D-5501707FA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A2661-48FE-4035-89B3-D0D39FAA7001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5F6B3-690C-65C0-8AC6-6B9CB9618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6E91D-F598-2796-4393-65C8100C7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6DBD3-A410-4860-8F17-D58D02650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4221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CD54E6-B0FB-69BC-A2EB-22245C8EB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0A2B77-EC1F-9B22-D14A-0DEB6C0E1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F1AF1-3A43-BC8E-D489-1FB7BA9419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4A2661-48FE-4035-89B3-D0D39FAA7001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AFD71-87B5-ED00-D1F4-B05E96E44F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0B815-742D-11AD-9FC2-9D9C271E4C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36DBD3-A410-4860-8F17-D58D02650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907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A101F-CAD6-45EA-B472-F23A0B26E1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6981"/>
            <a:ext cx="9144000" cy="3252019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📑 Synopsis – Java Quiz Application (Console-Based)</a:t>
            </a:r>
            <a:br>
              <a:rPr lang="en-IN" b="1" dirty="0"/>
            </a:br>
            <a:r>
              <a:rPr lang="en-IN" b="1" dirty="0"/>
              <a:t>Page 1: Title Page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E512B1-1292-AB34-9C5D-6A4A8C2A11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2154" y="2802194"/>
            <a:ext cx="9144000" cy="3696929"/>
          </a:xfrm>
        </p:spPr>
        <p:txBody>
          <a:bodyPr/>
          <a:lstStyle/>
          <a:p>
            <a:pPr lvl="0"/>
            <a:r>
              <a:rPr lang="en-IN" b="1" dirty="0">
                <a:effectLst/>
              </a:rPr>
              <a:t>Project Title:</a:t>
            </a:r>
            <a:r>
              <a:rPr lang="en-IN" dirty="0">
                <a:effectLst/>
              </a:rPr>
              <a:t> Quiz Application in Java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Student Name:</a:t>
            </a:r>
            <a:r>
              <a:rPr lang="en-IN" dirty="0">
                <a:effectLst/>
              </a:rPr>
              <a:t> Ankit Yadav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Course:</a:t>
            </a:r>
            <a:r>
              <a:rPr lang="en-IN" dirty="0">
                <a:effectLst/>
              </a:rPr>
              <a:t> BCA  3</a:t>
            </a:r>
            <a:r>
              <a:rPr lang="en-IN" baseline="30000" dirty="0">
                <a:effectLst/>
              </a:rPr>
              <a:t>rd</a:t>
            </a:r>
            <a:r>
              <a:rPr lang="en-IN" dirty="0">
                <a:effectLst/>
              </a:rPr>
              <a:t> Year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Institute:</a:t>
            </a:r>
            <a:r>
              <a:rPr lang="en-IN" dirty="0">
                <a:effectLst/>
              </a:rPr>
              <a:t> IMS Noida, Sector 62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Date:</a:t>
            </a:r>
            <a:r>
              <a:rPr lang="en-IN" dirty="0">
                <a:effectLst/>
              </a:rPr>
              <a:t> October 2026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0146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291AD-CC0F-31D4-8D5F-25D5F0BAB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08293-CAB1-97D4-BB51-2B83CBC6D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>
                <a:effectLst/>
              </a:rPr>
              <a:t>Purpose of the project:  To create a quiz application that tests knowledge in Java, Aptitude questions. </a:t>
            </a:r>
          </a:p>
          <a:p>
            <a:pPr lvl="0"/>
            <a:endParaRPr lang="en-IN" dirty="0"/>
          </a:p>
          <a:p>
            <a:pPr lvl="0"/>
            <a:r>
              <a:rPr lang="en-IN" dirty="0">
                <a:effectLst/>
              </a:rPr>
              <a:t>Motivation: Helps students practice MCQs interactively.</a:t>
            </a:r>
          </a:p>
          <a:p>
            <a:pPr lvl="0"/>
            <a:endParaRPr lang="en-IN" dirty="0"/>
          </a:p>
          <a:p>
            <a:pPr lvl="0"/>
            <a:r>
              <a:rPr lang="en-IN" dirty="0">
                <a:effectLst/>
              </a:rPr>
              <a:t>Scope: Console-based now, but extendable to GUI or database-driven exam systems.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8991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A1128-2792-9098-CD1A-5B583897D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6973F-7A03-328A-F458-C2691A4C31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>
                <a:effectLst/>
              </a:rPr>
              <a:t>Build a minor project using Java fundamentals.</a:t>
            </a:r>
            <a:endParaRPr lang="en-IN" dirty="0"/>
          </a:p>
          <a:p>
            <a:pPr lvl="0"/>
            <a:r>
              <a:rPr lang="en-IN" dirty="0">
                <a:effectLst/>
              </a:rPr>
              <a:t>Implement OOP concepts (classes, objects, arrays).</a:t>
            </a:r>
            <a:endParaRPr lang="en-IN" dirty="0"/>
          </a:p>
          <a:p>
            <a:pPr lvl="0"/>
            <a:r>
              <a:rPr lang="en-IN" dirty="0">
                <a:effectLst/>
              </a:rPr>
              <a:t>Provide 50+ questions covering technical and aptitude topics.</a:t>
            </a:r>
            <a:endParaRPr lang="en-IN" dirty="0"/>
          </a:p>
          <a:p>
            <a:pPr lvl="0"/>
            <a:r>
              <a:rPr lang="en-IN" dirty="0">
                <a:effectLst/>
              </a:rPr>
              <a:t>Evaluate user answers and calculate scores.</a:t>
            </a:r>
            <a:endParaRPr lang="en-IN" dirty="0"/>
          </a:p>
          <a:p>
            <a:pPr lvl="0"/>
            <a:r>
              <a:rPr lang="en-IN" dirty="0">
                <a:effectLst/>
              </a:rPr>
              <a:t>Display results at the end.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7329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718FE-EC93-CCF1-0F20-C142E3E9E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7EFFE-43CE-0F7C-9D42-5F967940D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>
                <a:effectLst/>
              </a:rPr>
              <a:t>Existing quiz apps (online exam portals, aptitude practice apps).</a:t>
            </a:r>
          </a:p>
          <a:p>
            <a:pPr lvl="0"/>
            <a:endParaRPr lang="en-IN" dirty="0"/>
          </a:p>
          <a:p>
            <a:pPr lvl="0"/>
            <a:r>
              <a:rPr lang="en-IN" dirty="0">
                <a:effectLst/>
              </a:rPr>
              <a:t>Limitations: Many require internet or complex setup.</a:t>
            </a:r>
          </a:p>
          <a:p>
            <a:pPr lvl="0"/>
            <a:endParaRPr lang="en-IN" dirty="0"/>
          </a:p>
          <a:p>
            <a:pPr lvl="0"/>
            <a:r>
              <a:rPr lang="en-IN" dirty="0">
                <a:effectLst/>
              </a:rPr>
              <a:t>Proposed solution: A simple offline Java console app for practice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9043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96FB1-CD63-236C-64AE-4AD586639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DC64F-B590-DDAF-C14F-169D85E87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b="1" dirty="0">
                <a:effectLst/>
              </a:rPr>
              <a:t>Hardware:</a:t>
            </a:r>
            <a:endParaRPr lang="en-IN" dirty="0"/>
          </a:p>
          <a:p>
            <a:pPr lvl="1"/>
            <a:r>
              <a:rPr lang="en-IN" dirty="0">
                <a:effectLst/>
              </a:rPr>
              <a:t>Processor: Intel i3 or above</a:t>
            </a:r>
            <a:endParaRPr lang="en-IN" dirty="0"/>
          </a:p>
          <a:p>
            <a:pPr lvl="1"/>
            <a:r>
              <a:rPr lang="en-IN" dirty="0">
                <a:effectLst/>
              </a:rPr>
              <a:t>RAM: 4 GB minimum</a:t>
            </a:r>
            <a:endParaRPr lang="en-IN" dirty="0"/>
          </a:p>
          <a:p>
            <a:pPr lvl="1"/>
            <a:r>
              <a:rPr lang="en-IN" dirty="0">
                <a:effectLst/>
              </a:rPr>
              <a:t>Storage: 500 MB free space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Software:</a:t>
            </a:r>
            <a:endParaRPr lang="en-IN" dirty="0"/>
          </a:p>
          <a:p>
            <a:pPr lvl="1"/>
            <a:r>
              <a:rPr lang="en-IN" dirty="0">
                <a:effectLst/>
              </a:rPr>
              <a:t>JDK 8 or above</a:t>
            </a:r>
            <a:endParaRPr lang="en-IN" dirty="0"/>
          </a:p>
          <a:p>
            <a:pPr lvl="1"/>
            <a:r>
              <a:rPr lang="en-IN" dirty="0">
                <a:effectLst/>
              </a:rPr>
              <a:t>IDE: VS Code</a:t>
            </a:r>
            <a:endParaRPr lang="en-IN" dirty="0"/>
          </a:p>
          <a:p>
            <a:pPr lvl="1"/>
            <a:r>
              <a:rPr lang="en-IN" dirty="0">
                <a:effectLst/>
              </a:rPr>
              <a:t>Operating System: Windows 10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807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5BCE3-2895-A529-9194-1608AC4F9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3415C-7171-A5B8-B03A-DAA63787E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b="1" dirty="0">
                <a:effectLst/>
              </a:rPr>
              <a:t>Step 1:</a:t>
            </a:r>
            <a:r>
              <a:rPr lang="en-IN" dirty="0">
                <a:effectLst/>
              </a:rPr>
              <a:t> Define </a:t>
            </a:r>
            <a:r>
              <a:rPr lang="en-IN" dirty="0"/>
              <a:t>Question</a:t>
            </a:r>
            <a:r>
              <a:rPr lang="en-IN" dirty="0">
                <a:effectLst/>
              </a:rPr>
              <a:t> class (stores question, options, correct answer).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Step 2:</a:t>
            </a:r>
            <a:r>
              <a:rPr lang="en-IN" dirty="0">
                <a:effectLst/>
              </a:rPr>
              <a:t> Create an array of 50+ </a:t>
            </a:r>
            <a:r>
              <a:rPr lang="en-IN" dirty="0"/>
              <a:t>Question</a:t>
            </a:r>
            <a:r>
              <a:rPr lang="en-IN" dirty="0">
                <a:effectLst/>
              </a:rPr>
              <a:t> objects.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Step 3:</a:t>
            </a:r>
            <a:r>
              <a:rPr lang="en-IN" dirty="0">
                <a:effectLst/>
              </a:rPr>
              <a:t> Use </a:t>
            </a:r>
            <a:r>
              <a:rPr lang="en-IN" dirty="0"/>
              <a:t>Scanner</a:t>
            </a:r>
            <a:r>
              <a:rPr lang="en-IN" dirty="0">
                <a:effectLst/>
              </a:rPr>
              <a:t> for user input.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Step 4:</a:t>
            </a:r>
            <a:r>
              <a:rPr lang="en-IN" dirty="0">
                <a:effectLst/>
              </a:rPr>
              <a:t> Loop through questions, display options, accept answers.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Step 5:</a:t>
            </a:r>
            <a:r>
              <a:rPr lang="en-IN" dirty="0">
                <a:effectLst/>
              </a:rPr>
              <a:t> Compare with correct answer, update score.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Step 6:</a:t>
            </a:r>
            <a:r>
              <a:rPr lang="en-IN" dirty="0">
                <a:effectLst/>
              </a:rPr>
              <a:t> Display final score and summary.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4736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DD955-6C8E-FD1A-BAF5-30091D159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9F094-21B1-554C-5BA8-727753475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>
                <a:effectLst/>
              </a:rPr>
              <a:t>Code structure explained (already written by you).</a:t>
            </a:r>
            <a:endParaRPr lang="en-IN" dirty="0"/>
          </a:p>
          <a:p>
            <a:pPr lvl="0"/>
            <a:r>
              <a:rPr lang="en-IN" dirty="0">
                <a:effectLst/>
              </a:rPr>
              <a:t>Example snippet:</a:t>
            </a:r>
            <a:endParaRPr lang="en-IN" dirty="0"/>
          </a:p>
          <a:p>
            <a:endParaRPr lang="en-IN" dirty="0"/>
          </a:p>
          <a:p>
            <a:r>
              <a:rPr lang="en-US" dirty="0"/>
              <a:t>new Question("Q8. If the cost price of an item is ₹200 and it is sold at ₹250, what is the profit percentage?",</a:t>
            </a:r>
          </a:p>
          <a:p>
            <a:r>
              <a:rPr lang="en-US" dirty="0"/>
              <a:t>    new String[]{"1. 20%", "2. 25%", "3. 30%", "4. 35%"}, 2),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1360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6C964-3B9C-537B-EEF2-7F8EA7A97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41195-1DC6-CD0E-9E47-0F3597F9A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b="1" dirty="0">
                <a:effectLst/>
              </a:rPr>
              <a:t>Unit Testing:</a:t>
            </a:r>
            <a:r>
              <a:rPr lang="en-IN" dirty="0">
                <a:effectLst/>
              </a:rPr>
              <a:t> Check each question displays correctly.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Input Validation:</a:t>
            </a:r>
            <a:r>
              <a:rPr lang="en-IN" dirty="0">
                <a:effectLst/>
              </a:rPr>
              <a:t> Ensure user enters only 1–4.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Boundary Testing:</a:t>
            </a:r>
            <a:r>
              <a:rPr lang="en-IN" dirty="0">
                <a:effectLst/>
              </a:rPr>
              <a:t> Test with 0 questions, 50 questions, wrong inputs.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Output Testing:</a:t>
            </a:r>
            <a:r>
              <a:rPr lang="en-IN" dirty="0">
                <a:effectLst/>
              </a:rPr>
              <a:t> Verify score calculation.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2471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9C38F-19E2-9C13-F102-7559FE850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&amp;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808E9-1148-7F9D-6E6E-C60641E109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IN" dirty="0">
                <a:effectLst/>
              </a:rPr>
              <a:t>Sample run screenshot/output.</a:t>
            </a:r>
            <a:endParaRPr lang="en-IN" dirty="0"/>
          </a:p>
          <a:p>
            <a:pPr lvl="0"/>
            <a:r>
              <a:rPr lang="en-IN" dirty="0">
                <a:effectLst/>
              </a:rPr>
              <a:t>Example:</a:t>
            </a:r>
            <a:endParaRPr lang="en-IN" dirty="0"/>
          </a:p>
          <a:p>
            <a:r>
              <a:rPr lang="en-US" dirty="0"/>
              <a:t>Q1. Which keyword is used to define a class in Java?</a:t>
            </a:r>
          </a:p>
          <a:p>
            <a:r>
              <a:rPr lang="en-US" dirty="0"/>
              <a:t>1. class</a:t>
            </a:r>
          </a:p>
          <a:p>
            <a:r>
              <a:rPr lang="en-US" dirty="0"/>
              <a:t>2. def</a:t>
            </a:r>
          </a:p>
          <a:p>
            <a:r>
              <a:rPr lang="en-US" dirty="0"/>
              <a:t>3. struct</a:t>
            </a:r>
          </a:p>
          <a:p>
            <a:r>
              <a:rPr lang="en-US" dirty="0"/>
              <a:t>4. object</a:t>
            </a:r>
          </a:p>
          <a:p>
            <a:r>
              <a:rPr lang="en-US" dirty="0"/>
              <a:t>Enter your answer (1-4): 1</a:t>
            </a:r>
          </a:p>
          <a:p>
            <a:r>
              <a:rPr lang="en-US" dirty="0"/>
              <a:t>✅ Correct!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0390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3B031-2764-5333-E879-B1DDD7AFA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 &amp;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A5C88-6A98-24BC-27E4-36C517D6E8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b="1" dirty="0">
                <a:effectLst/>
              </a:rPr>
              <a:t>Conclusion:</a:t>
            </a:r>
            <a:endParaRPr lang="en-IN" dirty="0"/>
          </a:p>
          <a:p>
            <a:pPr lvl="1"/>
            <a:r>
              <a:rPr lang="en-IN" dirty="0">
                <a:effectLst/>
              </a:rPr>
              <a:t>Successfully built a quiz app with 50+ questions.</a:t>
            </a:r>
            <a:endParaRPr lang="en-IN" dirty="0"/>
          </a:p>
          <a:p>
            <a:pPr lvl="1"/>
            <a:r>
              <a:rPr lang="en-IN" dirty="0">
                <a:effectLst/>
              </a:rPr>
              <a:t>Demonstrated Java fundamentals and aptitude practice.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Future Scope:</a:t>
            </a:r>
            <a:endParaRPr lang="en-IN" dirty="0"/>
          </a:p>
          <a:p>
            <a:pPr lvl="1"/>
            <a:r>
              <a:rPr lang="en-IN" dirty="0">
                <a:effectLst/>
              </a:rPr>
              <a:t>Add GUI using Swing/JavaFX.</a:t>
            </a:r>
            <a:endParaRPr lang="en-IN" dirty="0"/>
          </a:p>
          <a:p>
            <a:pPr lvl="1"/>
            <a:r>
              <a:rPr lang="en-IN" dirty="0">
                <a:effectLst/>
              </a:rPr>
              <a:t>Store questions in a database.</a:t>
            </a:r>
            <a:endParaRPr lang="en-IN" dirty="0"/>
          </a:p>
          <a:p>
            <a:pPr lvl="1"/>
            <a:r>
              <a:rPr lang="en-IN" dirty="0">
                <a:effectLst/>
              </a:rPr>
              <a:t>Add timer and negative marking.</a:t>
            </a:r>
            <a:endParaRPr lang="en-IN" dirty="0"/>
          </a:p>
          <a:p>
            <a:pPr lvl="1"/>
            <a:r>
              <a:rPr lang="en-IN" dirty="0">
                <a:effectLst/>
              </a:rPr>
              <a:t>Online multiplayer quiz mode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6283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471</Words>
  <Application>Microsoft Office PowerPoint</Application>
  <PresentationFormat>Widescreen</PresentationFormat>
  <Paragraphs>70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📑 Synopsis – Java Quiz Application (Console-Based) Page 1: Title Page </vt:lpstr>
      <vt:lpstr>Introduction</vt:lpstr>
      <vt:lpstr>Objectives</vt:lpstr>
      <vt:lpstr>Literature Review</vt:lpstr>
      <vt:lpstr>System Requirements</vt:lpstr>
      <vt:lpstr>Methodology</vt:lpstr>
      <vt:lpstr>Implementation</vt:lpstr>
      <vt:lpstr> Testing</vt:lpstr>
      <vt:lpstr>Results &amp; Discussion</vt:lpstr>
      <vt:lpstr>Conclusion &amp;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yadavankit09463@gmail.com</dc:creator>
  <cp:lastModifiedBy>yadavankit09463@gmail.com</cp:lastModifiedBy>
  <cp:revision>1</cp:revision>
  <dcterms:created xsi:type="dcterms:W3CDTF">2026-10-06T11:11:29Z</dcterms:created>
  <dcterms:modified xsi:type="dcterms:W3CDTF">2026-10-06T11:11:46Z</dcterms:modified>
</cp:coreProperties>
</file>